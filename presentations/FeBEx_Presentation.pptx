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FeBEx: In-Network De-duplication for Helium/LoRaWAN Backhaul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  <a:p>
            <a:r>
              <a:t>VIS-WA/FeBEx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FeBEx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FeBEx is a P4-programmable exchange switch between LoRa hotspots and tenant LNS backends.</a:t>
            </a:r>
          </a:p>
          <a:p>
            <a:pPr/>
            <a:r>
              <a:t>It performs tenant steering using DevAddr prefix matching (LPM).</a:t>
            </a:r>
          </a:p>
          <a:p>
            <a:pPr/>
            <a:r>
              <a:t>It suppresses duplicate uplink copies in-network using register-based state and epoch expiry.</a:t>
            </a:r>
          </a:p>
          <a:p>
            <a:pPr/>
            <a:r>
              <a:t>It mirrors first-forwarded packets to cloud for payment receipts (Proof-of-Coverage support).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 Helium-style deployments, one uplink is often heard by multiple hotspots.</a:t>
            </a:r>
          </a:p>
          <a:p>
            <a:pPr/>
            <a:r>
              <a:t>Each hotspot forwards a copy, creating redundant backhaul traffic and cloud-side dedup work.</a:t>
            </a:r>
          </a:p>
          <a:p>
            <a:pPr/>
            <a:r>
              <a:t>Backhaul is costly and can become a scalability bottleneck as network density increases.</a:t>
            </a:r>
          </a:p>
          <a:p>
            <a:pPr/>
            <a:r>
              <a:t>Moving dedup to the data plane cuts bandwidth while preserving delivery correctness and tenant isolation.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(Helium-like) Network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Edge device broadcasts one LoRa uplink.</a:t>
            </a:r>
          </a:p>
          <a:p>
            <a:pPr/>
            <a:r>
              <a:t>Multiple hotspots receive and forward UDP/IP copies to backend over IP backhaul.</a:t>
            </a:r>
          </a:p>
          <a:p>
            <a:pPr/>
            <a:r>
              <a:t>Cloud/backend deduplicates later and routes packets to the right tenant LNS.</a:t>
            </a:r>
          </a:p>
          <a:p>
            <a:pPr/>
            <a:r>
              <a:t>This “dedup late” model wastes network and compute resources under high overlap.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FeBEx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Programmable IXP design for Helium/LoRaWAN multi-tenant traffic steering.</a:t>
            </a:r>
          </a:p>
          <a:p>
            <a:pPr/>
            <a:r>
              <a:t>2) P4 in-network dedup pipeline keyed by (tenant_id, dev_addr, fcnt).</a:t>
            </a:r>
          </a:p>
          <a:p>
            <a:pPr/>
            <a:r>
              <a:t>3) Epoch-based dedup state lifecycle controlled via P4Runtime controller.</a:t>
            </a:r>
          </a:p>
          <a:p>
            <a:pPr/>
            <a:r>
              <a:t>4) Receipt mirroring path for cloud payment/accountability workflows.</a:t>
            </a:r>
          </a:p>
          <a:p>
            <a:pPr/>
            <a:r>
              <a:t>5) End-to-end evaluation framework (E1–E7) with repeatable city-scale scenarios.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Details (Balanced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plane target: P4_16 on BMv2 v1model.</a:t>
            </a:r>
          </a:p>
          <a:p>
            <a:pPr/>
            <a:r>
              <a:t>Pipeline stages:</a:t>
            </a:r>
          </a:p>
          <a:p>
            <a:pPr lvl="1"/>
            <a:r>
              <a:t>Stage 1: Tenant steering table (LPM on DevAddr) -&gt; set egress LNS port + metadata.</a:t>
            </a:r>
          </a:p>
          <a:p>
            <a:pPr lvl="1"/>
            <a:r>
              <a:t>Stage 2: Dedup registers + dual CRC32 hash (index + verification key).</a:t>
            </a:r>
          </a:p>
          <a:p>
            <a:pPr lvl="1"/>
            <a:r>
              <a:t>Stage 3: Drop duplicates; clone first-forwarded packet to cloud session.</a:t>
            </a:r>
          </a:p>
          <a:p>
            <a:pPr/>
            <a:r>
              <a:t>Control plane: finsy/P4Runtime installs entries, toggles dedup, rotates epoch.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7 experiments (E1–E7): savings, correctness, isolation, scalability, state sizing, epoch sensitivity, receipt accuracy.</a:t>
            </a:r>
          </a:p>
          <a:p>
            <a:pPr/>
            <a:r>
              <a:t>Configurable scenarios from small test to large city/stress topologies.</a:t>
            </a:r>
          </a:p>
          <a:p>
            <a:pPr/>
            <a:r>
              <a:t>Traffic generation via scapy and Mininet orchestration with reproducible configs.</a:t>
            </a:r>
          </a:p>
          <a:p>
            <a:pPr/>
            <a:r>
              <a:t>Metrics and plots generated from run logs into results/evaluation_summary.json and plots/*.png.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Backhaul Savings</a:t>
            </a:r>
          </a:p>
        </p:txBody>
      </p:sp>
      <p:pic>
        <p:nvPicPr>
          <p:cNvPr id="3" name="Picture 2" descr="E1_backhaul_sav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442802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0" y="1280160"/>
            <a:ext cx="2743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Observed savings scale with overlap:</a:t>
            </a:r>
          </a:p>
          <a:p>
            <a:r>
              <a:t>• 25% (low overlap) to 86% (high overlap)</a:t>
            </a:r>
          </a:p>
          <a:p>
            <a:r>
              <a:t>• Matches 1 - 1/d trend at realistic duplicate factors</a:t>
            </a:r>
          </a:p>
          <a:p>
            <a:r>
              <a:t>• ON-path packet count stays close to unique-uplink volume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Correctness, Isolation, and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Correctness (E2): perfect 1.0 delivery ratio through realistic overlap levels; no unique-uplink suppression.</a:t>
            </a:r>
          </a:p>
          <a:p>
            <a:pPr/>
            <a:r>
              <a:t>Multi-tenant isolation (E3): zero cross-tenant leakage across evaluated traffic.</a:t>
            </a:r>
          </a:p>
          <a:p>
            <a:pPr/>
            <a:r>
              <a:t>Scalability (E4): savings remain strong (about 57–67%) from small to city-scale scenarios.</a:t>
            </a:r>
          </a:p>
          <a:p>
            <a:pPr/>
            <a:r>
              <a:t>State sizing (E5): &gt;=4K entries sharply reduces collision-induced leakage for N=100 regime.</a:t>
            </a:r>
          </a:p>
          <a:p>
            <a:pPr/>
            <a:r>
              <a:t>Epoch sensitivity (E6): 5–10s interval balances dedup effectiveness and state freshness.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FeBEx demonstrates practical in-network dedup for Helium/LoRaWAN backhaul using programmable data planes.</a:t>
            </a:r>
          </a:p>
          <a:p>
            <a:pPr/>
            <a:r>
              <a:t>It reduces redundant transport load while preserving delivery behavior and tenant correctness.</a:t>
            </a:r>
          </a:p>
          <a:p>
            <a:pPr/>
            <a:r>
              <a:t>Current prototype validates the concept on BMv2/Mininet with repeatable experiments.</a:t>
            </a:r>
          </a:p>
          <a:p>
            <a:pPr/>
            <a:r>
              <a:t>Next steps: hardware target validation, richer collision handling, and deployment-grade controller hardening.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